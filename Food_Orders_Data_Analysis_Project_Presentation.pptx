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8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8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02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0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29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72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11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6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1045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97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4600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06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279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83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173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Orders Data Analysis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 + Power BI Integration</a:t>
            </a:r>
          </a:p>
          <a:p>
            <a:endParaRPr dirty="0"/>
          </a:p>
          <a:p>
            <a:r>
              <a:rPr dirty="0"/>
              <a:t>EDA &amp; Data Cleaning using Python</a:t>
            </a:r>
            <a:endParaRPr lang="en-US" dirty="0"/>
          </a:p>
          <a:p>
            <a:endParaRPr dirty="0"/>
          </a:p>
          <a:p>
            <a:r>
              <a:rPr dirty="0"/>
              <a:t>Visualization using Power BI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Integrated Python with Power BI</a:t>
            </a:r>
          </a:p>
          <a:p>
            <a:r>
              <a:t>• Performed Exploratory Data Analysis (EDA)</a:t>
            </a:r>
          </a:p>
          <a:p>
            <a:r>
              <a:t>• Performed Data Cleaning in Python</a:t>
            </a:r>
          </a:p>
          <a:p>
            <a:r>
              <a:t>• Built Interactive Dashboard in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(Pandas, NumPy, Matplotlib)</a:t>
            </a:r>
          </a:p>
          <a:p>
            <a:r>
              <a:t>• Jupyter Notebook</a:t>
            </a:r>
          </a:p>
          <a:p>
            <a:r>
              <a:t>• Power BI</a:t>
            </a:r>
          </a:p>
          <a:p>
            <a:r>
              <a:t>• CSV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Handled missing values</a:t>
            </a:r>
          </a:p>
          <a:p>
            <a:r>
              <a:t>• Removed duplicate records</a:t>
            </a:r>
          </a:p>
          <a:p>
            <a:r>
              <a:t>• Converted date columns</a:t>
            </a:r>
          </a:p>
          <a:p>
            <a:r>
              <a:t>• Created Quarter column</a:t>
            </a:r>
          </a:p>
          <a:p>
            <a:r>
              <a:t>• Standardized column names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Number of Orders per City</a:t>
            </a:r>
          </a:p>
          <a:p>
            <a:r>
              <a:t>• Number of Orders per Quarter</a:t>
            </a:r>
          </a:p>
          <a:p>
            <a:r>
              <a:t>• Number of Cancelled Orders</a:t>
            </a:r>
          </a:p>
          <a:p>
            <a:r>
              <a:t>• Number of Orders per Restaurant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Orders per 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groupby() in Python to calculate total orders per city.</a:t>
            </a:r>
          </a:p>
          <a:p>
            <a:r>
              <a:t>Identified top performing cities based on order 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Orders per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Extracted quarter from date column.</a:t>
            </a:r>
          </a:p>
          <a:p>
            <a:r>
              <a:t>Analyzed quarterly business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Cancelled Orders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Filtered dataset for cancelled orders.</a:t>
            </a:r>
          </a:p>
          <a:p>
            <a:r>
              <a:t>Calculated total cancellations.</a:t>
            </a:r>
          </a:p>
          <a:p>
            <a:r>
              <a:t>Evaluated cancellation trends.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Orders per Restaurant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groupby() to calculate orders per restaurant.</a:t>
            </a:r>
          </a:p>
          <a:p>
            <a:r>
              <a:t>Identified top performing restaurants.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Imported cleaned CSV file</a:t>
            </a:r>
          </a:p>
          <a:p>
            <a:r>
              <a:t>• Created Bar Charts</a:t>
            </a:r>
          </a:p>
          <a:p>
            <a:r>
              <a:t>• Created Pie Charts</a:t>
            </a:r>
          </a:p>
          <a:p>
            <a:r>
              <a:t>• Created KPI Cards</a:t>
            </a:r>
          </a:p>
          <a:p>
            <a:r>
              <a:t>• Built Interactive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Identified high demand cities</a:t>
            </a:r>
          </a:p>
          <a:p>
            <a:r>
              <a:t>• Found peak business quarters</a:t>
            </a:r>
          </a:p>
          <a:p>
            <a:r>
              <a:t>• Measured cancellation impact</a:t>
            </a:r>
          </a:p>
          <a:p>
            <a:r>
              <a:t>• Identified top performing restaurants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helped in data cleaning &amp; EDA.</a:t>
            </a:r>
          </a:p>
          <a:p>
            <a:r>
              <a:t>Power BI helped in interactive visualization.</a:t>
            </a:r>
          </a:p>
          <a:p>
            <a:r>
              <a:t>End-to-End Business Intelligence Workflow achieved.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</TotalTime>
  <Words>261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Wisp</vt:lpstr>
      <vt:lpstr>Food Orders Data Analysis Project</vt:lpstr>
      <vt:lpstr>Project Overview</vt:lpstr>
      <vt:lpstr>Technology Stack</vt:lpstr>
      <vt:lpstr>Data Cleaning in Python</vt:lpstr>
      <vt:lpstr>Exploratory Data Analysis (EDA)</vt:lpstr>
      <vt:lpstr>Orders per City</vt:lpstr>
      <vt:lpstr>Orders per Quarter</vt:lpstr>
      <vt:lpstr>Cancelled Orders Analysis</vt:lpstr>
      <vt:lpstr>Orders per Restaurant</vt:lpstr>
      <vt:lpstr>Power BI Visualization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 Kumar</cp:lastModifiedBy>
  <cp:revision>2</cp:revision>
  <dcterms:created xsi:type="dcterms:W3CDTF">2013-01-27T09:14:16Z</dcterms:created>
  <dcterms:modified xsi:type="dcterms:W3CDTF">2026-02-25T20:35:04Z</dcterms:modified>
  <cp:category/>
</cp:coreProperties>
</file>