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mConfetti">
          <a:fgClr>
            <a:schemeClr val="accent3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Overview</a:t>
            </a:r>
            <a:endParaRPr lang="en-US" dirty="0"/>
          </a:p>
          <a:p>
            <a:r>
              <a:rPr dirty="0"/>
              <a:t>Objectives</a:t>
            </a:r>
            <a:endParaRPr lang="en-US" dirty="0"/>
          </a:p>
          <a:p>
            <a:r>
              <a:rPr lang="en-US" dirty="0"/>
              <a:t>Key Parameters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Visualization</a:t>
            </a:r>
          </a:p>
          <a:p>
            <a:r>
              <a:rPr lang="en-US" dirty="0"/>
              <a:t>Key Insights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job demand</a:t>
            </a:r>
          </a:p>
          <a:p>
            <a:r>
              <a:t>• Salary analysis</a:t>
            </a:r>
          </a:p>
          <a:p>
            <a:r>
              <a:t>• Location trends</a:t>
            </a:r>
          </a:p>
          <a:p>
            <a:r>
              <a:t>• Year-wise trends</a:t>
            </a:r>
          </a:p>
          <a:p>
            <a:r>
              <a:t>• Experience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has 40 rows and 10 columns</a:t>
            </a:r>
          </a:p>
          <a:p>
            <a:endParaRPr lang="en-US" dirty="0"/>
          </a:p>
          <a:p>
            <a:r>
              <a:rPr lang="en-US" dirty="0"/>
              <a:t>5 Numerical columns</a:t>
            </a:r>
          </a:p>
          <a:p>
            <a:endParaRPr lang="en-US" dirty="0"/>
          </a:p>
          <a:p>
            <a:r>
              <a:rPr lang="en-US" dirty="0"/>
              <a:t>5 categorical columns</a:t>
            </a:r>
          </a:p>
          <a:p>
            <a:endParaRPr lang="en-US" dirty="0"/>
          </a:p>
          <a:p>
            <a:r>
              <a:rPr lang="en-US" dirty="0"/>
              <a:t> 33.3 KB Memory taken in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Matplotlib</a:t>
            </a:r>
          </a:p>
          <a:p>
            <a:r>
              <a:t>Jupyter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demanded roles</a:t>
            </a:r>
          </a:p>
          <a:p>
            <a:r>
              <a:t>High paying jobs</a:t>
            </a:r>
          </a:p>
          <a:p>
            <a:r>
              <a:t>Top hiring locations</a:t>
            </a:r>
          </a:p>
          <a:p>
            <a:r>
              <a:t>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Job market trends help in career planning and skill development.</a:t>
            </a:r>
            <a:endParaRPr lang="en-US" dirty="0"/>
          </a:p>
          <a:p>
            <a:r>
              <a:rPr lang="en-US" dirty="0"/>
              <a:t>It helps us to know about the average compensation of each job roles.</a:t>
            </a:r>
          </a:p>
          <a:p>
            <a:r>
              <a:rPr lang="en-US" dirty="0"/>
              <a:t>It shows the job market trends of current era.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108</Words>
  <Application>Microsoft Office PowerPoint</Application>
  <PresentationFormat>On-screen Show 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Job Market Analysis</vt:lpstr>
      <vt:lpstr>Objectives</vt:lpstr>
      <vt:lpstr>Dataset Description</vt:lpstr>
      <vt:lpstr>Tools Used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Kumar</cp:lastModifiedBy>
  <cp:revision>4</cp:revision>
  <dcterms:created xsi:type="dcterms:W3CDTF">2013-01-27T09:14:16Z</dcterms:created>
  <dcterms:modified xsi:type="dcterms:W3CDTF">2026-02-12T18:31:15Z</dcterms:modified>
  <cp:category/>
</cp:coreProperties>
</file>